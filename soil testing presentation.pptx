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0"/>
    <p:restoredTop sz="96301"/>
  </p:normalViewPr>
  <p:slideViewPr>
    <p:cSldViewPr snapToGrid="0" snapToObjects="1">
      <p:cViewPr>
        <p:scale>
          <a:sx n="105" d="100"/>
          <a:sy n="105" d="100"/>
        </p:scale>
        <p:origin x="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481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5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79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02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89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88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1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0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7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4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7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11/2/24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8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C729A30-F429-4967-81E8-45F6757C8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FC137C-7F97-41FA-86A1-2E01C3837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967903" cy="68579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9FBFB9D3-7D34-4948-B4D0-73E7B6E52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54949" y="-54949"/>
            <a:ext cx="6858005" cy="6967903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6DF24-C532-E14A-98D8-29BC34BF0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8" y="2754999"/>
            <a:ext cx="4348578" cy="2005262"/>
          </a:xfrm>
        </p:spPr>
        <p:txBody>
          <a:bodyPr>
            <a:normAutofit/>
          </a:bodyPr>
          <a:lstStyle/>
          <a:p>
            <a:r>
              <a:rPr lang="en-US"/>
              <a:t>SOIL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9109E-1D71-C042-AC40-2C0861D69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8" y="4902489"/>
            <a:ext cx="4348578" cy="985075"/>
          </a:xfrm>
        </p:spPr>
        <p:txBody>
          <a:bodyPr>
            <a:normAutofit/>
          </a:bodyPr>
          <a:lstStyle/>
          <a:p>
            <a:r>
              <a:rPr lang="en-US"/>
              <a:t>Testing soil for nutrients </a:t>
            </a:r>
            <a:endParaRPr lang="en-US" dirty="0"/>
          </a:p>
        </p:txBody>
      </p:sp>
      <p:pic>
        <p:nvPicPr>
          <p:cNvPr id="4" name="Picture 3" descr="Young plant in the morning light">
            <a:extLst>
              <a:ext uri="{FF2B5EF4-FFF2-40B4-BE49-F238E27FC236}">
                <a16:creationId xmlns:a16="http://schemas.microsoft.com/office/drawing/2014/main" id="{CDAAC216-957E-7761-BAA0-21F59EE4D4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60" r="18369" b="-2"/>
          <a:stretch/>
        </p:blipFill>
        <p:spPr>
          <a:xfrm>
            <a:off x="6967903" y="-14"/>
            <a:ext cx="52367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20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1948C2-E4DD-4B0F-BD79-CB28ED230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775AE-2B31-1547-BBDD-F58CCFF1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620419"/>
            <a:ext cx="6484670" cy="1507375"/>
          </a:xfrm>
        </p:spPr>
        <p:txBody>
          <a:bodyPr>
            <a:normAutofit/>
          </a:bodyPr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72D3-4976-904A-ACF1-11DBDB0B2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334958"/>
            <a:ext cx="6484670" cy="434625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Farmers have to wait weeks for soil lab results, which puts valuable crops at risk.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Right now there is no reasonable solution to quickly and continuously analyze and inform farmers about: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Potassium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Nitrogen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Phosphorus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Moisture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Salinity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Temperature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Sunlight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F28E32-1DC4-476E-A298-6C2066882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24696" y="0"/>
            <a:ext cx="3456507" cy="34361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34">
            <a:extLst>
              <a:ext uri="{FF2B5EF4-FFF2-40B4-BE49-F238E27FC236}">
                <a16:creationId xmlns:a16="http://schemas.microsoft.com/office/drawing/2014/main" id="{59AD7FA5-98A4-4D87-9F03-9F3E6B19B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743880" y="-11926"/>
            <a:ext cx="3428987" cy="3467355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B624B2-894D-4F7A-B2F3-393D6564D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24696" y="3434976"/>
            <a:ext cx="3467300" cy="34289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2735368-17CD-48E3-B886-DF9A79AF5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24696" y="3434976"/>
            <a:ext cx="3467303" cy="1725519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31CD95-4390-46E7-8713-223CE3CAD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8724696" y="5160552"/>
            <a:ext cx="3467303" cy="1690189"/>
          </a:xfrm>
          <a:custGeom>
            <a:avLst/>
            <a:gdLst>
              <a:gd name="connsiteX0" fmla="*/ 3423466 w 3423466"/>
              <a:gd name="connsiteY0" fmla="*/ 0 h 1718483"/>
              <a:gd name="connsiteX1" fmla="*/ 1710280 w 3423466"/>
              <a:gd name="connsiteY1" fmla="*/ 0 h 1718483"/>
              <a:gd name="connsiteX2" fmla="*/ 1710280 w 3423466"/>
              <a:gd name="connsiteY2" fmla="*/ 1 h 1718483"/>
              <a:gd name="connsiteX3" fmla="*/ 0 w 3423466"/>
              <a:gd name="connsiteY3" fmla="*/ 1 h 1718483"/>
              <a:gd name="connsiteX4" fmla="*/ 1538022 w 3423466"/>
              <a:gd name="connsiteY4" fmla="*/ 1709611 h 1718483"/>
              <a:gd name="connsiteX5" fmla="*/ 1710280 w 3423466"/>
              <a:gd name="connsiteY5" fmla="*/ 1718336 h 1718483"/>
              <a:gd name="connsiteX6" fmla="*/ 1710280 w 3423466"/>
              <a:gd name="connsiteY6" fmla="*/ 1718482 h 1718483"/>
              <a:gd name="connsiteX7" fmla="*/ 1711723 w 3423466"/>
              <a:gd name="connsiteY7" fmla="*/ 1718409 h 1718483"/>
              <a:gd name="connsiteX8" fmla="*/ 1713186 w 3423466"/>
              <a:gd name="connsiteY8" fmla="*/ 1718483 h 1718483"/>
              <a:gd name="connsiteX9" fmla="*/ 1713186 w 3423466"/>
              <a:gd name="connsiteY9" fmla="*/ 1718335 h 1718483"/>
              <a:gd name="connsiteX10" fmla="*/ 1885444 w 3423466"/>
              <a:gd name="connsiteY10" fmla="*/ 1709610 h 1718483"/>
              <a:gd name="connsiteX11" fmla="*/ 3423466 w 3423466"/>
              <a:gd name="connsiteY11" fmla="*/ 0 h 171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23466" h="1718483">
                <a:moveTo>
                  <a:pt x="3423466" y="0"/>
                </a:moveTo>
                <a:lnTo>
                  <a:pt x="1710280" y="0"/>
                </a:lnTo>
                <a:lnTo>
                  <a:pt x="1710280" y="1"/>
                </a:lnTo>
                <a:lnTo>
                  <a:pt x="0" y="1"/>
                </a:lnTo>
                <a:cubicBezTo>
                  <a:pt x="0" y="889774"/>
                  <a:pt x="674138" y="1621607"/>
                  <a:pt x="1538022" y="1709611"/>
                </a:cubicBezTo>
                <a:lnTo>
                  <a:pt x="1710280" y="1718336"/>
                </a:lnTo>
                <a:lnTo>
                  <a:pt x="1710280" y="1718482"/>
                </a:lnTo>
                <a:lnTo>
                  <a:pt x="1711723" y="1718409"/>
                </a:lnTo>
                <a:lnTo>
                  <a:pt x="1713186" y="1718483"/>
                </a:lnTo>
                <a:lnTo>
                  <a:pt x="1713186" y="1718335"/>
                </a:lnTo>
                <a:lnTo>
                  <a:pt x="1885444" y="1709610"/>
                </a:lnTo>
                <a:cubicBezTo>
                  <a:pt x="2749328" y="1621606"/>
                  <a:pt x="3423466" y="889773"/>
                  <a:pt x="342346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04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0901EA4-6CA0-4A64-939C-F76E88D15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Green shoots sprouting from the ground">
            <a:extLst>
              <a:ext uri="{FF2B5EF4-FFF2-40B4-BE49-F238E27FC236}">
                <a16:creationId xmlns:a16="http://schemas.microsoft.com/office/drawing/2014/main" id="{B1FA6B2B-ECCF-3538-C5DC-43DC8E970B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63" t="1" r="32320" b="76"/>
          <a:stretch/>
        </p:blipFill>
        <p:spPr>
          <a:xfrm>
            <a:off x="6967018" y="10"/>
            <a:ext cx="522498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6775AE-2B31-1547-BBDD-F58CCFF1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620419"/>
            <a:ext cx="4855352" cy="1507375"/>
          </a:xfrm>
        </p:spPr>
        <p:txBody>
          <a:bodyPr>
            <a:normAutofit/>
          </a:bodyPr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72D3-4976-904A-ACF1-11DBDB0B2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313012"/>
            <a:ext cx="5018638" cy="370983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We created a simple IOT soil testing probe that can be placed long-term in any field, and regularly update farmers on the soil conditions.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Using existing technologies, we can provide a long–awaited solution to giving farmers the ability to know what their soil health and quality at the click of a button. This will allow them to put in less inputs so in total, they will have a better profit off their crop. 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E3B2BA1-50FC-4574-838F-AB0B5B93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3268" y="3431554"/>
            <a:ext cx="3488732" cy="3432751"/>
          </a:xfrm>
          <a:custGeom>
            <a:avLst/>
            <a:gdLst>
              <a:gd name="connsiteX0" fmla="*/ 3488731 w 3488732"/>
              <a:gd name="connsiteY0" fmla="*/ 0 h 3432751"/>
              <a:gd name="connsiteX1" fmla="*/ 3488732 w 3488732"/>
              <a:gd name="connsiteY1" fmla="*/ 0 h 3432751"/>
              <a:gd name="connsiteX2" fmla="*/ 3488732 w 3488732"/>
              <a:gd name="connsiteY2" fmla="*/ 3432751 h 3432751"/>
              <a:gd name="connsiteX3" fmla="*/ 0 w 3488732"/>
              <a:gd name="connsiteY3" fmla="*/ 3432751 h 3432751"/>
              <a:gd name="connsiteX4" fmla="*/ 0 w 3488732"/>
              <a:gd name="connsiteY4" fmla="*/ 3431630 h 3432751"/>
              <a:gd name="connsiteX5" fmla="*/ 80 w 3488732"/>
              <a:gd name="connsiteY5" fmla="*/ 3431628 h 3432751"/>
              <a:gd name="connsiteX6" fmla="*/ 7516 w 3488732"/>
              <a:gd name="connsiteY6" fmla="*/ 3431628 h 3432751"/>
              <a:gd name="connsiteX7" fmla="*/ 7516 w 3488732"/>
              <a:gd name="connsiteY7" fmla="*/ 3431443 h 3432751"/>
              <a:gd name="connsiteX8" fmla="*/ 179530 w 3488732"/>
              <a:gd name="connsiteY8" fmla="*/ 3427154 h 3432751"/>
              <a:gd name="connsiteX9" fmla="*/ 3484471 w 3488732"/>
              <a:gd name="connsiteY9" fmla="*/ 162232 h 3432751"/>
              <a:gd name="connsiteX10" fmla="*/ 3488328 w 3488732"/>
              <a:gd name="connsiteY10" fmla="*/ 6924 h 3432751"/>
              <a:gd name="connsiteX11" fmla="*/ 3488731 w 3488732"/>
              <a:gd name="connsiteY11" fmla="*/ 6924 h 343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88732" h="3432751">
                <a:moveTo>
                  <a:pt x="3488731" y="0"/>
                </a:moveTo>
                <a:lnTo>
                  <a:pt x="3488732" y="0"/>
                </a:lnTo>
                <a:lnTo>
                  <a:pt x="3488732" y="3432751"/>
                </a:lnTo>
                <a:lnTo>
                  <a:pt x="0" y="3432751"/>
                </a:lnTo>
                <a:lnTo>
                  <a:pt x="0" y="3431630"/>
                </a:lnTo>
                <a:lnTo>
                  <a:pt x="80" y="3431628"/>
                </a:lnTo>
                <a:lnTo>
                  <a:pt x="7516" y="3431628"/>
                </a:lnTo>
                <a:lnTo>
                  <a:pt x="7516" y="3431443"/>
                </a:lnTo>
                <a:lnTo>
                  <a:pt x="179530" y="3427154"/>
                </a:lnTo>
                <a:cubicBezTo>
                  <a:pt x="1965266" y="3337873"/>
                  <a:pt x="3396747" y="1924247"/>
                  <a:pt x="3484471" y="162232"/>
                </a:cubicBezTo>
                <a:lnTo>
                  <a:pt x="3488328" y="6924"/>
                </a:lnTo>
                <a:lnTo>
                  <a:pt x="3488731" y="692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3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15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unlit wheat field">
            <a:extLst>
              <a:ext uri="{FF2B5EF4-FFF2-40B4-BE49-F238E27FC236}">
                <a16:creationId xmlns:a16="http://schemas.microsoft.com/office/drawing/2014/main" id="{A96952CD-CAA8-7F52-B15E-5830A5A9B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12" t="-4110" r="29511" b="-2155"/>
          <a:stretch/>
        </p:blipFill>
        <p:spPr>
          <a:xfrm>
            <a:off x="8803793" y="-268319"/>
            <a:ext cx="3388208" cy="72763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BD15C3-98A9-1E4B-BFC8-D97407E8D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820" y="1336409"/>
            <a:ext cx="5875886" cy="1507375"/>
          </a:xfrm>
        </p:spPr>
        <p:txBody>
          <a:bodyPr>
            <a:normAutofit/>
          </a:bodyPr>
          <a:lstStyle/>
          <a:p>
            <a:r>
              <a:rPr lang="en-US" sz="4800" dirty="0"/>
              <a:t>Demo</a:t>
            </a:r>
          </a:p>
        </p:txBody>
      </p:sp>
      <p:sp>
        <p:nvSpPr>
          <p:cNvPr id="56" name="Freeform: Shape 19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Freeform: Shape 17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087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AnalogousFromDarkSeedLeftStep">
      <a:dk1>
        <a:srgbClr val="000000"/>
      </a:dk1>
      <a:lt1>
        <a:srgbClr val="FFFFFF"/>
      </a:lt1>
      <a:dk2>
        <a:srgbClr val="333820"/>
      </a:dk2>
      <a:lt2>
        <a:srgbClr val="E8E2E5"/>
      </a:lt2>
      <a:accent1>
        <a:srgbClr val="47B478"/>
      </a:accent1>
      <a:accent2>
        <a:srgbClr val="3BB13F"/>
      </a:accent2>
      <a:accent3>
        <a:srgbClr val="6EB145"/>
      </a:accent3>
      <a:accent4>
        <a:srgbClr val="94AB39"/>
      </a:accent4>
      <a:accent5>
        <a:srgbClr val="B79F48"/>
      </a:accent5>
      <a:accent6>
        <a:srgbClr val="B1673B"/>
      </a:accent6>
      <a:hlink>
        <a:srgbClr val="89842D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130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Avenir Next LT Pro</vt:lpstr>
      <vt:lpstr>Avenir Next LT Pro Light</vt:lpstr>
      <vt:lpstr>Courier New</vt:lpstr>
      <vt:lpstr>BlocksVTI</vt:lpstr>
      <vt:lpstr>SOIL</vt:lpstr>
      <vt:lpstr>Problem</vt:lpstr>
      <vt:lpstr>Solution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</dc:title>
  <dc:creator>Matthew Kruse</dc:creator>
  <cp:lastModifiedBy>Matthew Kruse</cp:lastModifiedBy>
  <cp:revision>11</cp:revision>
  <dcterms:created xsi:type="dcterms:W3CDTF">2024-11-02T14:03:37Z</dcterms:created>
  <dcterms:modified xsi:type="dcterms:W3CDTF">2024-11-02T15:13:06Z</dcterms:modified>
</cp:coreProperties>
</file>